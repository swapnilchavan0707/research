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5FDDB8B-4857-2DC0-726E-8EE309B8BC79}"/>
              </a:ext>
            </a:extLst>
          </p:cNvPr>
          <p:cNvSpPr txBox="1">
            <a:spLocks/>
          </p:cNvSpPr>
          <p:nvPr/>
        </p:nvSpPr>
        <p:spPr>
          <a:xfrm>
            <a:off x="1066800" y="1559643"/>
            <a:ext cx="10058400" cy="5153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Unified Mentor, Gurugram, Haryana</a:t>
            </a:r>
          </a:p>
          <a:p>
            <a:r>
              <a:rPr lang="en-US" sz="2400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Project Report</a:t>
            </a:r>
          </a:p>
          <a:p>
            <a:r>
              <a:rPr lang="en-US" sz="2400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US" sz="28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Google Play Store App Rating Prediction</a:t>
            </a:r>
          </a:p>
          <a:p>
            <a:endParaRPr lang="en-US" b="1" dirty="0">
              <a:solidFill>
                <a:srgbClr val="003366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4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Swapnil Prabhakar Chavan</a:t>
            </a:r>
          </a:p>
          <a:p>
            <a:endParaRPr lang="en-US" b="1" dirty="0">
              <a:solidFill>
                <a:srgbClr val="003366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B98B9-5D90-FF2E-71B1-AB19F9761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240" y="145032"/>
            <a:ext cx="1239520" cy="120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3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E6302-A9DB-73B9-381A-FCCB85D00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Google Play Store dataset to discover app trends, pricing effects, and factors affecting ratings &amp; installs.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important: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app developers &amp; marketers improve app visibility and user satisfaction.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both free &amp; paid apps across multiple categories.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41E09B-2967-71CC-5D19-D2F6363C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82663"/>
            <a:ext cx="9601200" cy="1303337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96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77A8-C8B4-1A9A-7BA2-40E6E9E80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googleplaystore.csv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apps: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~10,000+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Category, Rating, Reviews, Size, Installs, Type, Price, Last Updated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ratings, size, and price handled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ED1565-3823-90C7-A5E9-8702FFF3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82663"/>
            <a:ext cx="9601200" cy="1303337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63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17FDE1-322E-9021-5982-6B3FCED0F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310640"/>
            <a:ext cx="10485120" cy="42164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977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0264A7-D7AE-BB7A-B32B-2CAFC1C39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82663"/>
            <a:ext cx="9601200" cy="1303337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Libraries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97FD2A-A448-04DB-94DF-41BD1DE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7463"/>
            <a:ext cx="9601200" cy="33178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Jupyter Notebook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 cleaning &amp; manipulation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numerical calculations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plotting and graphs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advanced data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7E1A5-EAFC-326F-1930-E3258DFF8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85" y="2556932"/>
            <a:ext cx="933030" cy="976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3CB5D-D06B-41F6-D57C-2A4CC92CD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68" y="2556932"/>
            <a:ext cx="933030" cy="976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17DCD-127C-F5C2-0194-A4284946E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66" y="4002303"/>
            <a:ext cx="946780" cy="967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243B7A-FA42-DE16-6647-D7A643A92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170" y="4002303"/>
            <a:ext cx="933029" cy="9539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11BED0-B6D2-120C-B5EA-CCF0A1ED6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68" y="4002302"/>
            <a:ext cx="933030" cy="9539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3F9FC3-73A4-008C-F47C-07C776DB3D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567" y="3988244"/>
            <a:ext cx="933030" cy="967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6146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84712-4845-752B-5CFC-18F5881B2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numeric fields: Reviews, Installs, Price, Size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Last Updated → Date &amp; App Age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ratings by category median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Price Bucket, Size Bucket, Rating Group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3E7949-018E-CA32-B487-1CCF9BE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82663"/>
            <a:ext cx="9601200" cy="1303337"/>
          </a:xfrm>
        </p:spPr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</p:txBody>
      </p:sp>
    </p:spTree>
    <p:extLst>
      <p:ext uri="{BB962C8B-B14F-4D97-AF65-F5344CB8AC3E}">
        <p14:creationId xmlns:p14="http://schemas.microsoft.com/office/powerpoint/2010/main" val="15283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4FE8-51F8-FC40-CADF-794239FD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C8EE0-1E82-4170-0A89-EB2A6D4A6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Bucket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Free, Cheap, Mid, Premium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Bucket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Small, Medium, Large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Group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Low, Medium, High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Age (days)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Time since last update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Installs per MB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Efficiency metric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508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8298-E323-8C88-783B-F9F8530F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 Count by Price Bucket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63597-464B-34EE-3890-803FD13AA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apps are free (~90%)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premium apps (&gt; $20)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 apps dominate paid segment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451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53FCC5-58E8-4CAA-B237-47CA7D74A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751840"/>
            <a:ext cx="10515600" cy="53644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842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0851-FA5C-F681-2636-13FD6642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by Size Category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DFC9-D5D2-8AB4-C8D4-E4C924DB3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(&lt;10MB) &amp; Medium (10–50MB) apps have slightly higher ratings than large apps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reason: smaller apps run on more devices, better user reach</a:t>
            </a:r>
          </a:p>
        </p:txBody>
      </p:sp>
    </p:spTree>
    <p:extLst>
      <p:ext uri="{BB962C8B-B14F-4D97-AF65-F5344CB8AC3E}">
        <p14:creationId xmlns:p14="http://schemas.microsoft.com/office/powerpoint/2010/main" val="1007956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DC9431-DAED-9452-E4FC-507F41634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" y="751840"/>
            <a:ext cx="10556240" cy="53746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6989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D39C-E57D-A6A1-4771-975323F9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Installs by Rating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8CE8A-A497-0501-54B5-B80A0D085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High-rated apps (≥4) have significantly more installs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Low-rated apps have limited reach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41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A948A6-9890-843B-C869-1EF8566A8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21360"/>
            <a:ext cx="10566400" cy="53746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19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97BF-AF2C-E1F4-893B-E9488A62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 10 Categories by Average Installs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28CD-AC0F-7F58-C1D2-205DECE7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Game, Communication, and Social apps dominate install counts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apps have lower but consistent installs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1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55EB90-2567-F3FC-944D-9542DC39B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21360"/>
            <a:ext cx="10556240" cy="54254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1802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C3A9-9D67-0CEB-29C6-F1C331FDB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Apps Updated per Year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B5082-0A67-4AF5-1846-80773FBA5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Peaks in recent years — indicates active development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old apps remain un-updated for long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999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6BAF32-689E-8F61-E1E5-A3B934D92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11200"/>
            <a:ext cx="10586720" cy="54559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4834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D49D-2E6D-90AB-EB9B-CC0C8F3C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 Age vs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A6C4-46B3-6D3B-3E0E-B906EDF1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negative correlation: older apps tend to have lower ratings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updates may boost ratings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074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CAED96-7A14-9413-04D9-CC5357F0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90880"/>
            <a:ext cx="10556239" cy="54762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913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645E-62D9-2545-94AC-2A277C40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Paid Apps: Price vs Installs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CC23B-58AD-4F96-7929-A34707385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Higher-priced apps have very low installs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paid apps cluster below $10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00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F022A-80C6-964E-E763-A02A42B4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90880"/>
            <a:ext cx="10556240" cy="54660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0941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72F2-3629-9D27-A44C-0EC7F1C9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Installs per MB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DD643-D5ED-5820-B30C-1334ADE1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apps achieve very high installs per MB (efficient)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inefficient apps may struggle with adoption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967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F88CF2-67C8-79A2-A037-EAEADD3E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" y="690880"/>
            <a:ext cx="10596880" cy="54762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8654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A5B6-68FB-3052-4395-3D7AF6E7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Numeric Correlation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7839-8F19-D0CF-7AD3-28CC2ADF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and Installs strongly correlated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has negative correlation with installs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636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0404F5-FA83-10D6-0EE0-669FB52EE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" y="721360"/>
            <a:ext cx="10546080" cy="54457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5003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456E-0324-E1B4-8D42-767FA95D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054C7-E6B0-AD94-2A64-2B79249E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should focus on user ratings &amp; frequent updates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app size optimization for wider reach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apps should balance price &amp; value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72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D9C9BA-AEFE-866B-5F95-F1F32350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69" y="2773680"/>
            <a:ext cx="8158688" cy="80144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980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205</TotalTime>
  <Words>462</Words>
  <Application>Microsoft Office PowerPoint</Application>
  <PresentationFormat>Widescreen</PresentationFormat>
  <Paragraphs>72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Garamond</vt:lpstr>
      <vt:lpstr>Times New Roman</vt:lpstr>
      <vt:lpstr>Wingdings</vt:lpstr>
      <vt:lpstr>Organic</vt:lpstr>
      <vt:lpstr>PowerPoint Presentation</vt:lpstr>
      <vt:lpstr>Introduction</vt:lpstr>
      <vt:lpstr>Dataset Overview</vt:lpstr>
      <vt:lpstr>PowerPoint Presentation</vt:lpstr>
      <vt:lpstr>Tools &amp; Libraries</vt:lpstr>
      <vt:lpstr>Data Cleaning Steps</vt:lpstr>
      <vt:lpstr>Feature Engineering</vt:lpstr>
      <vt:lpstr>App Count by Price Bucket</vt:lpstr>
      <vt:lpstr>PowerPoint Presentation</vt:lpstr>
      <vt:lpstr>Average Rating by Size Category</vt:lpstr>
      <vt:lpstr>PowerPoint Presentation</vt:lpstr>
      <vt:lpstr>Installs by Rating Group</vt:lpstr>
      <vt:lpstr>PowerPoint Presentation</vt:lpstr>
      <vt:lpstr>Top 10 Categories by Average Installs</vt:lpstr>
      <vt:lpstr>PowerPoint Presentation</vt:lpstr>
      <vt:lpstr>Apps Updated per Year</vt:lpstr>
      <vt:lpstr>PowerPoint Presentation</vt:lpstr>
      <vt:lpstr>App Age vs Rating</vt:lpstr>
      <vt:lpstr>PowerPoint Presentation</vt:lpstr>
      <vt:lpstr>Paid Apps: Price vs Installs</vt:lpstr>
      <vt:lpstr>PowerPoint Presentation</vt:lpstr>
      <vt:lpstr>Installs per MB Distribution</vt:lpstr>
      <vt:lpstr>PowerPoint Presentation</vt:lpstr>
      <vt:lpstr>Numeric Correlation Heatmap</vt:lpstr>
      <vt:lpstr>PowerPoint Presentation</vt:lpstr>
      <vt:lpstr>Conclusion &amp; Recommendations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Chavan</dc:creator>
  <cp:lastModifiedBy>Swapnil Chavan</cp:lastModifiedBy>
  <cp:revision>1</cp:revision>
  <dcterms:created xsi:type="dcterms:W3CDTF">2025-08-11T14:40:26Z</dcterms:created>
  <dcterms:modified xsi:type="dcterms:W3CDTF">2025-08-11T18:05:51Z</dcterms:modified>
</cp:coreProperties>
</file>